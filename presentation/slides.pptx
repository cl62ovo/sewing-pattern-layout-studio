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B5482A"/>
                </a:solidFill>
              </a:rPr>
              <a:t>Plush Pattern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777777"/>
                </a:solidFill>
              </a:rPr>
              <a:t>From an idea to a sewable pattern — powered by AI</a:t>
            </a:r>
          </a:p>
          <a:p>
            <a:pPr algn="ctr"/>
            <a:r>
              <a:rPr sz="2000">
                <a:solidFill>
                  <a:srgbClr val="777777"/>
                </a:solidFill>
              </a:rPr>
              <a:t/>
            </a:r>
          </a:p>
          <a:p>
            <a:pPr algn="ctr"/>
            <a:r>
              <a:rPr sz="2000">
                <a:solidFill>
                  <a:srgbClr val="777777"/>
                </a:solidFill>
              </a:rPr>
              <a:t>Team: [Name A] &amp; [Name B]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5482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</a:rPr>
              <a:t>Imagine you want to make a plush doll from scratch.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</a:rPr>
              <a:t>First, you need a technical 2D blueprint, complete with darts and seam allowances. You have to cut out each paper pattern piece, lay them strategically on a sheet of fabric to maximize material, trace every outline onto the cloth, and then carefully cut out all the fabric pieces. Only then can you start sewing them together into a 3D toy.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</a:rPr>
              <a:t>As you can see, this preparation requires both </a:t>
            </a:r>
            <a:r>
              <a:rPr sz="2000" b="1">
                <a:solidFill>
                  <a:srgbClr val="222222"/>
                </a:solidFill>
              </a:rPr>
              <a:t>geometric thinking</a:t>
            </a:r>
            <a:r>
              <a:rPr sz="2000" b="0">
                <a:solidFill>
                  <a:srgbClr val="222222"/>
                </a:solidFill>
              </a:rPr>
              <a:t> and </a:t>
            </a:r>
            <a:r>
              <a:rPr sz="2000" b="1">
                <a:solidFill>
                  <a:srgbClr val="222222"/>
                </a:solidFill>
              </a:rPr>
              <a:t>tedious manual work</a:t>
            </a:r>
            <a:r>
              <a:rPr sz="2000" b="0">
                <a:solidFill>
                  <a:srgbClr val="222222"/>
                </a:solidFill>
              </a:rPr>
              <a:t> — and it hits two very different groups hard.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5482A"/>
                </a:solidFill>
              </a:rPr>
              <a:t>Who Feels the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</a:rPr>
              <a:t>For Professionals — the cost of complexity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Inefficient layouts: manual nesting is a slow, error-prone "geometric puzzle"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High fabric waste: poor nesting wastes 15%–30% of expensive material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Alignment failure: matching stripes/checks by hand is unforgiving — one mistake ruins the garment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</a:rPr>
              <a:t>For Beginners — the barrier to entry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The "Skill Wall": no pattern-making knowledge (darts, seam allowances, notches) keeps ideas stuck on paper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Complexity paralysis: math, tool choices, and dense tutorials overwhelm novices before they start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Low success rate: frustration kills the joy of handmade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5482A"/>
                </a:solidFill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222222"/>
                </a:solidFill>
              </a:rPr>
              <a:t>That's why we created </a:t>
            </a:r>
            <a:r>
              <a:rPr sz="2000" b="1">
                <a:solidFill>
                  <a:srgbClr val="222222"/>
                </a:solidFill>
              </a:rPr>
              <a:t>Plush Pattern Studio</a:t>
            </a:r>
            <a:r>
              <a:rPr sz="2000" b="0">
                <a:solidFill>
                  <a:srgbClr val="222222"/>
                </a:solidFill>
              </a:rPr>
              <a:t> — to take care of this complex preparation so anyone can jump straight to the joy of creating.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Describe your plush doll in plain language + pick a target height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AI turns your words into a structured design spec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A 3D model candidate is generated for you to confirm or regenerate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The system auto-normalizes the mesh, plans seams, and unfolds panels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Output: orthographic views + a 1:1 A4 sewing pattern, ready to print and cut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5482A"/>
                </a:solidFill>
              </a:rPr>
              <a:t>Live Demo — For Professionals: Nest &amp; 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1">
                <a:solidFill>
                  <a:srgbClr val="777777"/>
                </a:solidFill>
              </a:rPr>
              <a:t>(demo placeholder — to be filled 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5482A"/>
                </a:solidFill>
              </a:rPr>
              <a:t>Live Demo — From Words to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Type a description + choose a height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AI drafts the design → a 3D model is generated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Preview and accept it (or regenerate with edits)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Get 2D pattern pieces + a printable A4 PDF</a:t>
            </a:r>
          </a:p>
          <a:p>
            <a:pPr>
              <a:spcBef>
                <a:spcPts val="1600"/>
              </a:spcBef>
            </a:pPr>
            <a:r>
              <a:rPr sz="2000" b="0" i="1">
                <a:solidFill>
                  <a:srgbClr val="777777"/>
                </a:solidFill>
              </a:rPr>
              <a:t>[占位符：demo 截图 / GIF]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5482A"/>
                </a:solidFill>
              </a:rPr>
              <a:t>How We Built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</a:rPr>
              <a:t>v1 — Vibe coding, fast iteration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Talked through requirements in a Q&amp;A dialogue → wrote them into a design doc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Vibe-coded a React MVP with Codex, then iterated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</a:rPr>
              <a:t>v2 — Adding the real backend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FastAPI backend + PostgreSQL + Redis task queue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OpenRouter for structured requirement parsing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Meshy API for 3D model generation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Python geometry worker: mesh repair, normalization, seam planning, unfolding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5482A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Paper size input is still manual — needs smart presets (A4 / Letter / roll widths)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The UI flow is long — needs a smoother, more guided experience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More garment shapes &amp; fabric types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</a:rPr>
              <a:t>• A Nest &amp; Cut layout optimizer for professionals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B5482A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777777"/>
                </a:solidFill>
              </a:rPr>
              <a:t>Questions?</a:t>
            </a:r>
          </a:p>
          <a:p>
            <a:pPr algn="ctr"/>
            <a:r>
              <a:rPr sz="2000">
                <a:solidFill>
                  <a:srgbClr val="777777"/>
                </a:solidFill>
              </a:rPr>
              <a:t/>
            </a:r>
          </a:p>
          <a:p>
            <a:pPr algn="ctr"/>
            <a:r>
              <a:rPr sz="2000">
                <a:solidFill>
                  <a:srgbClr val="777777"/>
                </a:solidFill>
              </a:rPr>
              <a:t>Plush Pattern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