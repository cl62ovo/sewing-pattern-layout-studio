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9352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[配图占位：手工排版/裁剪照片，或“专业 vs 新手”痛点对比图]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[配图占位：产品核心流程示意图]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placeholder — to be filled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[占位符：demo 截图 / GIF]
[占位符：demo 截图 / GIF]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[配图占位：架构图 / 前后端分离截图 / API 文档截图]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</Words>
  <Application>Microsoft Office PowerPoint</Application>
  <PresentationFormat>宽屏</PresentationFormat>
  <Paragraphs>14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Plush Pattern Studio</dc:title>
  <dc:subject>PptxGenJS Presentation</dc:subject>
  <dc:creator>Created by Marp</dc:creator>
  <cp:lastModifiedBy>Steven Lee</cp:lastModifiedBy>
  <cp:revision>2</cp:revision>
  <dcterms:created xsi:type="dcterms:W3CDTF">2026-08-02T05:18:51Z</dcterms:created>
  <dcterms:modified xsi:type="dcterms:W3CDTF">2026-08-02T05:22:09Z</dcterms:modified>
</cp:coreProperties>
</file>